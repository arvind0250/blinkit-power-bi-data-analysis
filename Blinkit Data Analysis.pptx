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A5D5578-CCA6-44E0-9A50-CAF338C2B754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29FBE13-77FB-486F-8CA0-6D6687562BB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05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5578-CCA6-44E0-9A50-CAF338C2B754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BE13-77FB-486F-8CA0-6D6687562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70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5578-CCA6-44E0-9A50-CAF338C2B754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BE13-77FB-486F-8CA0-6D6687562BB1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067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5578-CCA6-44E0-9A50-CAF338C2B754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BE13-77FB-486F-8CA0-6D6687562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404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5578-CCA6-44E0-9A50-CAF338C2B754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BE13-77FB-486F-8CA0-6D6687562BB1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910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5578-CCA6-44E0-9A50-CAF338C2B754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BE13-77FB-486F-8CA0-6D6687562BB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261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5578-CCA6-44E0-9A50-CAF338C2B754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BE13-77FB-486F-8CA0-6D6687562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593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5578-CCA6-44E0-9A50-CAF338C2B754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BE13-77FB-486F-8CA0-6D6687562BB1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162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5578-CCA6-44E0-9A50-CAF338C2B754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BE13-77FB-486F-8CA0-6D6687562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52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5578-CCA6-44E0-9A50-CAF338C2B754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BE13-77FB-486F-8CA0-6D6687562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364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5578-CCA6-44E0-9A50-CAF338C2B754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BE13-77FB-486F-8CA0-6D6687562BB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300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5578-CCA6-44E0-9A50-CAF338C2B754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BE13-77FB-486F-8CA0-6D6687562BB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965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5578-CCA6-44E0-9A50-CAF338C2B754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BE13-77FB-486F-8CA0-6D6687562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782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5578-CCA6-44E0-9A50-CAF338C2B754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BE13-77FB-486F-8CA0-6D6687562BB1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468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5578-CCA6-44E0-9A50-CAF338C2B754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BE13-77FB-486F-8CA0-6D6687562BB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18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5578-CCA6-44E0-9A50-CAF338C2B754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BE13-77FB-486F-8CA0-6D6687562BB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6864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D5578-CCA6-44E0-9A50-CAF338C2B754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FBE13-77FB-486F-8CA0-6D6687562BB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928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A5D5578-CCA6-44E0-9A50-CAF338C2B754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29FBE13-77FB-486F-8CA0-6D6687562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079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7129-335B-4EFD-53A0-716AD5C03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6886" y="1122364"/>
            <a:ext cx="7641771" cy="390750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Blinkit</a:t>
            </a:r>
            <a:r>
              <a:rPr lang="en-IN" dirty="0"/>
              <a:t>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91BAB3-1F17-3C8E-D032-C2A134634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6886" y="1513114"/>
            <a:ext cx="7598228" cy="389708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BUSINESS REQUIREMENT</a:t>
            </a:r>
          </a:p>
          <a:p>
            <a:r>
              <a:rPr lang="en-US" dirty="0"/>
              <a:t>To conduct a comprehensive analysis of </a:t>
            </a:r>
            <a:r>
              <a:rPr lang="en-US" dirty="0" err="1"/>
              <a:t>Blinkit's</a:t>
            </a:r>
            <a:r>
              <a:rPr lang="en-US" dirty="0"/>
              <a:t> sales performance, customer satisfaction, and inventory distribution to identify key insights and opportunities for optimization using various KPIs and visualizations in Power BI.</a:t>
            </a:r>
          </a:p>
          <a:p>
            <a:r>
              <a:rPr lang="en-US" b="1" dirty="0"/>
              <a:t>KPI's Requirements</a:t>
            </a:r>
          </a:p>
          <a:p>
            <a:pPr algn="just"/>
            <a:r>
              <a:rPr lang="en-US" dirty="0"/>
              <a:t>1. Total Sales: The overall revenue generated from all items sold</a:t>
            </a:r>
          </a:p>
          <a:p>
            <a:pPr algn="just"/>
            <a:r>
              <a:rPr lang="en-US" dirty="0"/>
              <a:t>2. Average Sales: The average revenue per sale.</a:t>
            </a:r>
          </a:p>
          <a:p>
            <a:pPr algn="just"/>
            <a:r>
              <a:rPr lang="en-US" dirty="0"/>
              <a:t>3. Number of Items: The total count of different items sold.</a:t>
            </a:r>
          </a:p>
          <a:p>
            <a:pPr algn="just"/>
            <a:r>
              <a:rPr lang="en-US" dirty="0"/>
              <a:t>4. Average Rating: The average customer rating for items sold.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7649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1D596-2FDE-DDF7-A7EF-A9BB45545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286" y="982132"/>
            <a:ext cx="9209312" cy="72692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BUSINESS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D499F-E537-F910-648A-017F557B1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27514"/>
            <a:ext cx="9601196" cy="38862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Chart's Requirements</a:t>
            </a:r>
          </a:p>
          <a:p>
            <a:r>
              <a:rPr lang="en-US" sz="2800" b="1" dirty="0"/>
              <a:t>1. Total Sales by Fat Content:</a:t>
            </a:r>
          </a:p>
          <a:p>
            <a:r>
              <a:rPr lang="en-US" b="1" dirty="0"/>
              <a:t>Objective: </a:t>
            </a:r>
            <a:r>
              <a:rPr lang="en-US" dirty="0"/>
              <a:t>Analyze the impact of fat content on total sales.</a:t>
            </a:r>
          </a:p>
          <a:p>
            <a:r>
              <a:rPr lang="en-US" b="1" dirty="0"/>
              <a:t>Additional KPI Metrics: </a:t>
            </a:r>
            <a:r>
              <a:rPr lang="en-US" dirty="0"/>
              <a:t>Assess how other KPIs (Average Sales, Number of Items, Average Rating) vary with fat content.</a:t>
            </a:r>
          </a:p>
          <a:p>
            <a:r>
              <a:rPr lang="en-US" b="1" dirty="0"/>
              <a:t>Chart Type: </a:t>
            </a:r>
            <a:r>
              <a:rPr lang="en-US" dirty="0"/>
              <a:t>Donut Chart.</a:t>
            </a:r>
          </a:p>
          <a:p>
            <a:r>
              <a:rPr lang="en-US" sz="2800" b="1" dirty="0"/>
              <a:t>2. Total Sales by Item Type:</a:t>
            </a:r>
          </a:p>
          <a:p>
            <a:r>
              <a:rPr lang="en-US" b="1" dirty="0"/>
              <a:t>Objective: </a:t>
            </a:r>
            <a:r>
              <a:rPr lang="en-US" dirty="0"/>
              <a:t>Identify the performance of different item types in terms of total sales.</a:t>
            </a:r>
          </a:p>
          <a:p>
            <a:r>
              <a:rPr lang="en-US" b="1" dirty="0"/>
              <a:t>Additional KPI Metrics</a:t>
            </a:r>
            <a:r>
              <a:rPr lang="en-US" dirty="0"/>
              <a:t>: Assess how other KPIs (Average Sales, Number of Items, Average Rating) vary with fat content</a:t>
            </a:r>
          </a:p>
          <a:p>
            <a:r>
              <a:rPr lang="en-US" dirty="0"/>
              <a:t>.</a:t>
            </a:r>
            <a:r>
              <a:rPr lang="en-US" b="1" dirty="0"/>
              <a:t>Chart Type: </a:t>
            </a:r>
            <a:r>
              <a:rPr lang="en-US" dirty="0"/>
              <a:t>Bar Chart.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086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ADF91-3EFC-AE01-B150-D2102AD75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486" y="982133"/>
            <a:ext cx="7032171" cy="78135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BUSINESS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A13C1-E805-0582-2E47-C3EDFB18A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6629"/>
            <a:ext cx="9601196" cy="3766457"/>
          </a:xfrm>
        </p:spPr>
        <p:txBody>
          <a:bodyPr>
            <a:normAutofit fontScale="92500" lnSpcReduction="20000"/>
          </a:bodyPr>
          <a:lstStyle/>
          <a:p>
            <a:r>
              <a:rPr lang="en-US" sz="2800" b="1" dirty="0"/>
              <a:t>3. Fat Content by Outlet for Total Sales:</a:t>
            </a:r>
          </a:p>
          <a:p>
            <a:r>
              <a:rPr lang="en-US" b="1" dirty="0"/>
              <a:t>Objective: </a:t>
            </a:r>
            <a:r>
              <a:rPr lang="en-US" dirty="0"/>
              <a:t>Compare total sales across different outlets segmented by fat content.</a:t>
            </a:r>
          </a:p>
          <a:p>
            <a:r>
              <a:rPr lang="en-US" b="1" dirty="0"/>
              <a:t>Additional</a:t>
            </a:r>
            <a:r>
              <a:rPr lang="en-US" dirty="0"/>
              <a:t> </a:t>
            </a:r>
            <a:r>
              <a:rPr lang="en-US" b="1" dirty="0"/>
              <a:t>KPI Metrics: </a:t>
            </a:r>
            <a:r>
              <a:rPr lang="en-US" dirty="0"/>
              <a:t>Assess how other KPIs (Average Sales, Number of Items, Average Rating) vary with fat content.</a:t>
            </a:r>
          </a:p>
          <a:p>
            <a:r>
              <a:rPr lang="en-US" b="1" dirty="0"/>
              <a:t>Chart Type: </a:t>
            </a:r>
            <a:r>
              <a:rPr lang="en-US" dirty="0"/>
              <a:t>Stacked Column Chart.</a:t>
            </a:r>
          </a:p>
          <a:p>
            <a:r>
              <a:rPr lang="en-US" sz="2800" b="1" dirty="0"/>
              <a:t>4. Total Sales by Outlet Establishment:</a:t>
            </a:r>
          </a:p>
          <a:p>
            <a:r>
              <a:rPr lang="en-US" b="1" dirty="0"/>
              <a:t>Objective: </a:t>
            </a:r>
            <a:r>
              <a:rPr lang="en-US" dirty="0"/>
              <a:t>Evaluate how the age or type of outlet establishment influences total sales.</a:t>
            </a:r>
          </a:p>
          <a:p>
            <a:r>
              <a:rPr lang="en-US" b="1" dirty="0"/>
              <a:t>Chart Type: </a:t>
            </a:r>
            <a:r>
              <a:rPr lang="en-US" dirty="0"/>
              <a:t>Line Chart.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5681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66A6C-47AB-8321-CF4B-77BC3D989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4229" y="982132"/>
            <a:ext cx="7805058" cy="56363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BUSINESS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C114A-234D-C3E0-F533-555691408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27514"/>
            <a:ext cx="9601196" cy="3448354"/>
          </a:xfrm>
        </p:spPr>
        <p:txBody>
          <a:bodyPr>
            <a:normAutofit fontScale="62500" lnSpcReduction="20000"/>
          </a:bodyPr>
          <a:lstStyle/>
          <a:p>
            <a:r>
              <a:rPr lang="en-US" sz="3400" b="1" dirty="0"/>
              <a:t>5. Sales by Outlet Size:</a:t>
            </a:r>
          </a:p>
          <a:p>
            <a:r>
              <a:rPr lang="en-US" b="1" dirty="0"/>
              <a:t>Objective</a:t>
            </a:r>
            <a:r>
              <a:rPr lang="en-US" dirty="0"/>
              <a:t>: Analyze the correlation between outlet size and total sales.</a:t>
            </a:r>
          </a:p>
          <a:p>
            <a:r>
              <a:rPr lang="en-US" b="1" dirty="0"/>
              <a:t>Chart Type</a:t>
            </a:r>
            <a:r>
              <a:rPr lang="en-US" dirty="0"/>
              <a:t>: Donut/Pie Chart.</a:t>
            </a:r>
          </a:p>
          <a:p>
            <a:r>
              <a:rPr lang="en-US" sz="3400" b="1" dirty="0"/>
              <a:t>6. Sales by Outlet Location:</a:t>
            </a:r>
          </a:p>
          <a:p>
            <a:r>
              <a:rPr lang="en-US" b="1" dirty="0"/>
              <a:t>Objective: </a:t>
            </a:r>
            <a:r>
              <a:rPr lang="en-US" dirty="0"/>
              <a:t>Assess the geographic distribution of sales across different locations.</a:t>
            </a:r>
          </a:p>
          <a:p>
            <a:r>
              <a:rPr lang="en-US" b="1" dirty="0"/>
              <a:t>Chart Type</a:t>
            </a:r>
            <a:r>
              <a:rPr lang="en-US" dirty="0"/>
              <a:t>: Funnel Map.</a:t>
            </a:r>
          </a:p>
          <a:p>
            <a:r>
              <a:rPr lang="en-US" sz="3200" b="1" dirty="0"/>
              <a:t>7. All Metrics by Outlet Type:</a:t>
            </a:r>
          </a:p>
          <a:p>
            <a:r>
              <a:rPr lang="en-US" b="1" dirty="0"/>
              <a:t>Objective</a:t>
            </a:r>
            <a:r>
              <a:rPr lang="en-US" dirty="0"/>
              <a:t>: Provide a comprehensive view of all key metrics (Total Sales, Average Sales, Number of Items, Average Rating) broken down by different outlet types.</a:t>
            </a:r>
          </a:p>
          <a:p>
            <a:r>
              <a:rPr lang="en-US" b="1" dirty="0"/>
              <a:t>Chart Type</a:t>
            </a:r>
            <a:r>
              <a:rPr lang="en-US" dirty="0"/>
              <a:t>: Matrix Card.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12967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104</TotalTime>
  <Words>382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Garamond</vt:lpstr>
      <vt:lpstr>Organic</vt:lpstr>
      <vt:lpstr>Blinkit Data Analysis</vt:lpstr>
      <vt:lpstr>BUSINESS REQUIREMENT</vt:lpstr>
      <vt:lpstr>BUSINESS REQUIREMENT</vt:lpstr>
      <vt:lpstr>BUSINESS REQUIREMENT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Dyuti Pati</dc:creator>
  <cp:lastModifiedBy>Dyuti Pati</cp:lastModifiedBy>
  <cp:revision>2</cp:revision>
  <dcterms:created xsi:type="dcterms:W3CDTF">2024-11-27T09:13:10Z</dcterms:created>
  <dcterms:modified xsi:type="dcterms:W3CDTF">2024-11-27T11:08:53Z</dcterms:modified>
</cp:coreProperties>
</file>